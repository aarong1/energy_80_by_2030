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Accelerating Renewables in Northern Ireland – One-Page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br/>
            <a:pPr algn="l">
              <a:defRPr sz="1200">
                <a:latin typeface="Arial"/>
              </a:defRPr>
            </a:pPr>
            <a:r>
              <a:t>Target:</a:t>
            </a:r>
            <a:br/>
            <a:r>
              <a:t>• 80% renewable electricity consumption by 2030 (current: ~51%).</a:t>
            </a:r>
            <a:br/>
            <a:br/>
            <a:r>
              <a:t>Key Challenges:</a:t>
            </a:r>
            <a:br/>
            <a:r>
              <a:t>1. Grid – long (5–6 year) connection timelines, lack of anticipatory investment, skills shortages.</a:t>
            </a:r>
            <a:br/>
            <a:r>
              <a:t>2. Planning – avg. 3-year decisions, inconsistent council performance, under-resourcing, technology knowledge gaps.</a:t>
            </a:r>
            <a:br/>
            <a:r>
              <a:t>3. Route to Market – no support scheme since 2017, limited CPPA/private wire opportunities, investor uncertainty.</a:t>
            </a:r>
            <a:br/>
            <a:br/>
            <a:r>
              <a:t>Top Recommendations:</a:t>
            </a:r>
            <a:br/>
            <a:r>
              <a:t>• Launch NI-specific RES-E support scheme (auction model, avoid mandatory CfD).</a:t>
            </a:r>
            <a:br/>
            <a:r>
              <a:t>• Publish clear scheme roadmap – timelines, parameters, budget.</a:t>
            </a:r>
            <a:br/>
            <a:r>
              <a:t>• Adopt anticipatory grid investment; allow planning &amp; grid applications concurrently.</a:t>
            </a:r>
            <a:br/>
            <a:r>
              <a:t>• Cut planning times to ≤1 year; deadlines for consultees (“use it or lose it”).</a:t>
            </a:r>
            <a:br/>
            <a:r>
              <a:t>• Third-party oversight of planning performance.</a:t>
            </a:r>
            <a:br/>
            <a:r>
              <a:t>• Resource &amp; train planning officers; permit taller turbines &amp; relax setback rules.</a:t>
            </a:r>
            <a:br/>
            <a:r>
              <a:t>• Give Utility Regulator environmental/climate remit.</a:t>
            </a:r>
            <a:br/>
            <a:br/>
            <a:r>
              <a:t>Impact Scenarios:</a:t>
            </a:r>
            <a:br/>
            <a:r>
              <a:t>• Business as Usual – 725 MW new capacity by 2030 (&lt;40% needed).</a:t>
            </a:r>
            <a:br/>
            <a:r>
              <a:t>• Optimised Pathway – 1,600 MW from pipeline + new projects → credible path to target.</a:t>
            </a:r>
            <a:br/>
            <a:br/>
            <a:r>
              <a:t>Conclusion:</a:t>
            </a:r>
            <a:br/>
            <a:r>
              <a:t>Wholesale reform of grid, planning, and market access is essential to meet 2030 goals.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